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00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华南农业大学珠江学院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86FC"/>
                </a:solidFill>
                <a:latin typeface="微软雅黑"/>
              </a:defRPr>
            </a:pPr>
            <a:r>
              <a:t>移动应用开发（Android）课程设计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743200"/>
            <a:ext cx="7589520" cy="109728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83464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基于安卓的简易待办应用开发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学号：202325040118    姓名：连佳炜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专业班级：计算机科学与技术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二级学院：信息工程学院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200EE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微软雅黑"/>
              </a:defRPr>
            </a:pPr>
            <a:r>
              <a:t>1. 项目背景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微软雅黑"/>
              </a:defRPr>
            </a:pPr>
            <a:r>
              <a:t>2. 功能需求分析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微软雅黑"/>
              </a:defRPr>
            </a:pPr>
            <a:r>
              <a:t>3. 设计思路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微软雅黑"/>
              </a:defRPr>
            </a:pPr>
            <a:r>
              <a:t>4. 功能实现展示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微软雅黑"/>
              </a:defRPr>
            </a:pPr>
            <a:r>
              <a:t>5. 遇到的问题及解决办法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微软雅黑"/>
              </a:defRPr>
            </a:pPr>
            <a:r>
              <a:t>6.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1.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  <a:latin typeface="微软雅黑"/>
              </a:defRPr>
            </a:pPr>
            <a:r>
              <a:t>随着移动互联网的快速发展和智能手机的全面普及，人们的日常生活和工作方式发生了深刻变化。</a:t>
            </a:r>
            <a:br/>
            <a:br/>
            <a:r>
              <a:t>在快节奏的学习和工作中，人们常常需要记录各种待办事项。传统纸质记事本存在携带不便、修改困难、容易丢失等问题。</a:t>
            </a:r>
            <a:br/>
            <a:br/>
            <a:r>
              <a:t>本次课程设计旨在开发一款基于安卓的简易待办应用（SimpleTodoApp），满足用户对日常任务管理的核心需求。</a:t>
            </a:r>
            <a:br/>
            <a:br/>
            <a:r>
              <a:t>通过本项目，将课堂所学的 Android 开发知识应用于实际项目开发，巩固 Java 编程、SQLite 数据库、Activity 生命周期等核心技术。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2. 功能需求分析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✔ 待办创建：输入标题和内容，创建新的待办事项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✔ 待办查看：列表展示所有待办，点击查看详细内容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✔ 待办编辑：在详情页通过工具栏修改待办内容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✔ 待办删除：确认弹窗后删除待办事项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✔ 状态切换：标记为已完成/未完成，状态可视化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非功能性需求：界面简洁直观，遵循 Material Design 规范，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使用 Java 原生开发，SQLite 本地存储。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3. 设计思路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200EE"/>
                </a:solidFill>
                <a:latin typeface="微软雅黑"/>
              </a:defRPr>
            </a:pPr>
            <a:r>
              <a:t>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编程语言：Java（课程要求）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数据库：SQLite（本地存储）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UI框架：Material Components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列表展示：RecyclerView + CardView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构建工具：Gradle 8.9 + AGP 8.7.3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200EE"/>
                </a:solidFill>
                <a:latin typeface="微软雅黑"/>
              </a:defRPr>
            </a:pPr>
            <a:r>
              <a:t>架构设计（MVC）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Model：Todo.java + TodoDatabaseHelper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View：3个 Activity + XML 布局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Controller：Activity 处理交互逻辑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MainActivity → 列表展示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AddEditTodoActivity → 新增/编辑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TodoDetailActivity → 详情/状态/删除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3.2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200EE"/>
                </a:solidFill>
                <a:latin typeface="微软雅黑"/>
              </a:defRPr>
            </a:pPr>
            <a:r>
              <a:t>表名：todos（数据库：todo.db）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  id              INTEGER    PRIMARY KEY AUTOINCREMENT    主键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  title           TEXT       NOT NULL                      待办标题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  content         TEXT                                     待办内容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  created_at      INTEGER    NOT NULL                      创建时间戳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  updated_at      INTEGER    NOT NULL                      更新时间戳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微软雅黑"/>
              </a:defRPr>
            </a:pPr>
            <a:r>
              <a:t>  is_completed    INTEGER    DEFAULT 0                     完成状态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4. 功能实现展示</a:t>
            </a:r>
          </a:p>
        </p:txBody>
      </p:sp>
      <p:pic>
        <p:nvPicPr>
          <p:cNvPr id="4" name="Picture 3" descr="01_empty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20040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空状态</a:t>
            </a:r>
          </a:p>
        </p:txBody>
      </p:sp>
      <p:pic>
        <p:nvPicPr>
          <p:cNvPr id="6" name="Picture 5" descr="02_add_to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320040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添加待办</a:t>
            </a:r>
          </a:p>
        </p:txBody>
      </p:sp>
      <p:pic>
        <p:nvPicPr>
          <p:cNvPr id="8" name="Picture 7" descr="03_todo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188720"/>
            <a:ext cx="320040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待办列表</a:t>
            </a:r>
          </a:p>
        </p:txBody>
      </p:sp>
      <p:pic>
        <p:nvPicPr>
          <p:cNvPr id="10" name="Picture 9" descr="02_add_to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23360"/>
            <a:ext cx="246888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897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详情页</a:t>
            </a:r>
          </a:p>
        </p:txBody>
      </p:sp>
      <p:pic>
        <p:nvPicPr>
          <p:cNvPr id="12" name="Picture 11" descr="05_edit_p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4023360"/>
            <a:ext cx="246888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63240" y="5897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编辑页面</a:t>
            </a:r>
          </a:p>
        </p:txBody>
      </p:sp>
      <p:pic>
        <p:nvPicPr>
          <p:cNvPr id="14" name="Picture 13" descr="06_status_comple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023360"/>
            <a:ext cx="246888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720" y="5897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已完成</a:t>
            </a:r>
          </a:p>
        </p:txBody>
      </p:sp>
      <p:pic>
        <p:nvPicPr>
          <p:cNvPr id="16" name="Picture 15" descr="07_delete_confi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023360"/>
            <a:ext cx="246888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58200" y="5897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删除确认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5. 遇到的问题及解决办法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200EE"/>
                </a:solidFill>
                <a:latin typeface="微软雅黑"/>
              </a:defRPr>
            </a:pPr>
            <a:r>
              <a:t>问题1：Toolbar + Menu 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微软雅黑"/>
              </a:defRPr>
            </a:pPr>
            <a:r>
              <a:t>使用 NoActionBar 主题导致 onCreateOptionsMenu 无法显示。</a:t>
            </a:r>
            <a:br/>
            <a:r>
              <a:t>→ 手动添加 Toolbar 控件，通过 setSupportActionBar() 设为 ActionBar。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200EE"/>
                </a:solidFill>
                <a:latin typeface="微软雅黑"/>
              </a:defRPr>
            </a:pPr>
            <a:r>
              <a:t>问题2：RecyclerView 数据刷新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微软雅黑"/>
              </a:defRPr>
            </a:pPr>
            <a:r>
              <a:t>Activity 跳转返回后列表无法自动刷新。</a:t>
            </a:r>
            <a:br/>
            <a:r>
              <a:t>→ Adapter 实现 swapCursor 方法，MainActivity 在 onResume 中刷新。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00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6.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✅ 完成全部 5 个核心功能点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   创建 / 查看 / 编辑 / 删除 / 状态切换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✅ 采用 Java + SQLite + Material Design 技术栈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   纯原生开发，端侧推理不依赖网络服务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✅ 规范的项目结构和代码组织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   MVC 架构，数据层、适配器层、UI 层分离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✅ 代码已托管至 GitHub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   github.com/bLuesCreater/SimpleTodoApp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00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86FC"/>
                </a:solidFill>
                <a:latin typeface="微软雅黑"/>
              </a:defRPr>
            </a:pPr>
            <a:r>
              <a:t>谢谢老师！请各位老师批评指正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