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B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华南农业大学珠江学院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82880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基于安卓的简易待办应用开发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B2DFDB"/>
                </a:solidFill>
              </a:rPr>
              <a:t>移动应用开发（Android）课程设计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931920"/>
            <a:ext cx="3657600" cy="36576"/>
          </a:xfrm>
          <a:prstGeom prst="rect">
            <a:avLst/>
          </a:prstGeom>
          <a:solidFill>
            <a:srgbClr val="80C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学号：202325040118    姓名：连佳炜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2DFDB"/>
                </a:solidFill>
              </a:rPr>
              <a:t>专业：计算机科学与技术    学院：信息工程学院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6B5E"/>
                </a:solidFill>
              </a:rPr>
              <a:t>目  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54864"/>
          </a:xfrm>
          <a:prstGeom prst="rect">
            <a:avLst/>
          </a:prstGeom>
          <a:solidFill>
            <a:srgbClr val="00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C1B"/>
                </a:solidFill>
              </a:rPr>
              <a:t>01  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40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C1B"/>
                </a:solidFill>
              </a:rPr>
              <a:t>02  功能需求分析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C1B"/>
                </a:solidFill>
              </a:rPr>
              <a:t>03  技术选型 &amp; 架构设计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29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C1B"/>
                </a:solidFill>
              </a:rPr>
              <a:t>04  数据库设计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023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C1B"/>
                </a:solidFill>
              </a:rPr>
              <a:t>05  界面设计（Material 3 主题）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617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C1B"/>
                </a:solidFill>
              </a:rPr>
              <a:t>06  功能模块演示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212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C1B"/>
                </a:solidFill>
              </a:rPr>
              <a:t>07  遇到的问题及解决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806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C1B"/>
                </a:solidFill>
              </a:rPr>
              <a:t>08  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01  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1A1C1B"/>
                </a:solidFill>
              </a:rPr>
              <a:t>▸ 快节奏的学习和工作环境下，待办管理成为日常刚需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A1C1B"/>
                </a:solidFill>
              </a:rPr>
              <a:t>▸ 基于 Android 平台开发本次课程设计项目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A1C1B"/>
                </a:solidFill>
              </a:rPr>
              <a:t>▸ 技术栈：Java + SQLite + Material Design 3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A1C1B"/>
                </a:solidFill>
              </a:rPr>
              <a:t>▸ 目标：实现一个界面清爽、功能完整的简易待办应用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A1C1B"/>
                </a:solidFill>
              </a:rPr>
              <a:t>▸ 项目 GitHub：github.com/bLuesCreater/SimpleTodoApp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02  功能需求分析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1A1C1B"/>
                </a:solidFill>
              </a:rPr>
              <a:t>▸ 待办创建 — 输入标题和内容，新增待办事项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A1C1B"/>
                </a:solidFill>
              </a:rPr>
              <a:t>▸ 待办查看 — RecyclerView 列表展示，点击进入详情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A1C1B"/>
                </a:solidFill>
              </a:rPr>
              <a:t>▸ 待办编辑 — 详情页 / 编辑页修改内容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A1C1B"/>
                </a:solidFill>
              </a:rPr>
              <a:t>▸ 待办删除 — AlertDialog 二次确认删除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A1C1B"/>
                </a:solidFill>
              </a:rPr>
              <a:t>▸ 状态切换 — 标记已完成 / 未完成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03  技术选型 &amp; 架构设计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6B5E"/>
                </a:solidFill>
              </a:rPr>
              <a:t>技术选型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C1B"/>
                </a:solidFill>
              </a:rPr>
              <a:t>• 编程语言：Java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71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C1B"/>
                </a:solidFill>
              </a:rPr>
              <a:t>• 数据库：SQLite (本地轻量存储)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C1B"/>
                </a:solidFill>
              </a:rPr>
              <a:t>• UI 框架：Material Design 3 + MaterialCardView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977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C1B"/>
                </a:solidFill>
              </a:rPr>
              <a:t>• 列表：RecyclerView + CursorAdapter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480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C1B"/>
                </a:solidFill>
              </a:rPr>
              <a:t>• 构建：Gradle 8.9 + AGP 8.7.3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983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C1B"/>
                </a:solidFill>
              </a:rPr>
              <a:t>• minSdk 26 / targetSdk 35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6B5E"/>
                </a:solidFill>
              </a:rPr>
              <a:t>MVC 架构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C1B"/>
                </a:solidFill>
              </a:rPr>
              <a:t>Model：Todo.java + TodoDatabaseHelper.java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C1B"/>
                </a:solidFill>
              </a:rPr>
              <a:t>  ├─ Todo：数据模型，属性封装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C1B"/>
                </a:solidFill>
              </a:rPr>
              <a:t>  └─ DBHelper：SQLite CRUD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703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C1B"/>
                </a:solidFill>
              </a:rPr>
              <a:t>View：XML 布局文件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C1B"/>
                </a:solidFill>
              </a:rPr>
              <a:t>  ├─ activity_main / add_edit / detail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526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C1B"/>
                </a:solidFill>
              </a:rPr>
              <a:t>  └─ item_todo 列表项卡片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C1B"/>
                </a:solidFill>
              </a:rPr>
              <a:t>Controller：3 个 Activity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5349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C1B"/>
                </a:solidFill>
              </a:rPr>
              <a:t>  ├─ MainActivity (列表)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C1B"/>
                </a:solidFill>
              </a:rPr>
              <a:t>  ├─ AddEditTodoActivity (新增/编辑)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6172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C1B"/>
                </a:solidFill>
              </a:rPr>
              <a:t>  └─ TodoDetailActivity (详情)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04  数据库设计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D7672"/>
                </a:solidFill>
              </a:rPr>
              <a:t>表名：todos    数据库文件：todo.db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731520" cy="457200"/>
          </a:xfrm>
          <a:prstGeom prst="rect">
            <a:avLst/>
          </a:prstGeom>
          <a:solidFill>
            <a:srgbClr val="00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字段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2011680"/>
            <a:ext cx="2286000" cy="457200"/>
          </a:xfrm>
          <a:prstGeom prst="rect">
            <a:avLst/>
          </a:prstGeom>
          <a:solidFill>
            <a:srgbClr val="00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类型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2011680"/>
            <a:ext cx="2286000" cy="457200"/>
          </a:xfrm>
          <a:prstGeom prst="rect">
            <a:avLst/>
          </a:prstGeom>
          <a:solidFill>
            <a:srgbClr val="00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79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约束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011680"/>
            <a:ext cx="1371600" cy="457200"/>
          </a:xfrm>
          <a:prstGeom prst="rect">
            <a:avLst/>
          </a:prstGeom>
          <a:solidFill>
            <a:srgbClr val="00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20574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说明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560320"/>
            <a:ext cx="731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06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C1B"/>
                </a:solidFill>
              </a:rPr>
              <a:t>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256032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2606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C1B"/>
                </a:solidFill>
              </a:rPr>
              <a:t>INTEGER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256032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79" y="2606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C1B"/>
                </a:solidFill>
              </a:rPr>
              <a:t>PRIMARY KEY AUTOINCREMENT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256032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6060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C1B"/>
                </a:solidFill>
              </a:rPr>
              <a:t>自增主键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017520"/>
            <a:ext cx="7315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063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C1B"/>
                </a:solidFill>
              </a:rPr>
              <a:t>title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63040" y="3017520"/>
            <a:ext cx="2286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54480" y="3063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C1B"/>
                </a:solidFill>
              </a:rPr>
              <a:t>TEXT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9039" y="3017520"/>
            <a:ext cx="2286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79" y="3063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C1B"/>
                </a:solidFill>
              </a:rPr>
              <a:t>NOT NULL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3017520"/>
            <a:ext cx="13716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30632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C1B"/>
                </a:solidFill>
              </a:rPr>
              <a:t>待办标题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474720"/>
            <a:ext cx="731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5204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C1B"/>
                </a:solidFill>
              </a:rPr>
              <a:t>content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63040" y="347472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54480" y="3520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C1B"/>
                </a:solidFill>
              </a:rPr>
              <a:t>TEXT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39" y="347472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79" y="3520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C1B"/>
                </a:solidFill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347472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35204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C1B"/>
                </a:solidFill>
              </a:rPr>
              <a:t>待办内容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3931920"/>
            <a:ext cx="7315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3977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C1B"/>
                </a:solidFill>
              </a:rPr>
              <a:t>created_at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63040" y="3931920"/>
            <a:ext cx="2286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54480" y="3977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C1B"/>
                </a:solidFill>
              </a:rPr>
              <a:t>INTEGER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49039" y="3931920"/>
            <a:ext cx="2286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40479" y="3977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C1B"/>
                </a:solidFill>
              </a:rPr>
              <a:t>NOT NULL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3931920"/>
            <a:ext cx="13716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480" y="39776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C1B"/>
                </a:solidFill>
              </a:rPr>
              <a:t>创建时间戳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4389120"/>
            <a:ext cx="731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44348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C1B"/>
                </a:solidFill>
              </a:rPr>
              <a:t>updated_at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463040" y="438912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554480" y="4434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C1B"/>
                </a:solidFill>
              </a:rPr>
              <a:t>INTEGER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49039" y="438912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40479" y="4434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C1B"/>
                </a:solidFill>
              </a:rPr>
              <a:t>NOT NULL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35040" y="438912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26480" y="44348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C1B"/>
                </a:solidFill>
              </a:rPr>
              <a:t>更新时间戳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" y="4846320"/>
            <a:ext cx="7315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4892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C1B"/>
                </a:solidFill>
              </a:rPr>
              <a:t>is_completed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463040" y="4846320"/>
            <a:ext cx="2286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54480" y="4892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C1B"/>
                </a:solidFill>
              </a:rPr>
              <a:t>INTEGER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49039" y="4846320"/>
            <a:ext cx="2286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840479" y="4892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C1B"/>
                </a:solidFill>
              </a:rPr>
              <a:t>DEFAULT 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35040" y="4846320"/>
            <a:ext cx="13716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26480" y="48920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C1B"/>
                </a:solidFill>
              </a:rPr>
              <a:t>完成状态 0/1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05  界面设计 — Material Design 3 主题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6B5E"/>
                </a:solidFill>
              </a:rPr>
              <a:t>主题色彩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C1B"/>
                </a:solidFill>
              </a:rPr>
              <a:t>● 主色：深松绿 #006B5E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C1B"/>
                </a:solidFill>
              </a:rPr>
              <a:t>● 渐变：#006B5E → #009688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C1B"/>
                </a:solidFill>
              </a:rPr>
              <a:t>● 背景：暖白 #FFFBF8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20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C1B"/>
                </a:solidFill>
              </a:rPr>
              <a:t>● 卡片：纯白 #FFFFFF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C1B"/>
                </a:solidFill>
              </a:rPr>
              <a:t>● 文字：近黑 #1A1C1B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C1B"/>
                </a:solidFill>
              </a:rPr>
              <a:t>● 删除红：#BA1A1A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C1B"/>
                </a:solidFill>
              </a:rPr>
              <a:t>● 完成态绿：#006B5E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166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C1B"/>
                </a:solidFill>
              </a:rPr>
              <a:t>● 未完成灰：#9CA9A3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463040"/>
            <a:ext cx="50292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6B5E"/>
                </a:solidFill>
              </a:rPr>
              <a:t>布局风格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C1B"/>
                </a:solidFill>
              </a:rPr>
              <a:t>▸ 顶部渐变条（140dp / 120dp / 56dp）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697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C1B"/>
                </a:solidFill>
              </a:rPr>
              <a:t>▸ 无 ActionBar，全屏沉浸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C1B"/>
                </a:solidFill>
              </a:rPr>
              <a:t>▸ MaterialCardView 圆角卡片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520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C1B"/>
                </a:solidFill>
              </a:rPr>
              <a:t>▸   └ 圆角 14~16dp，2~3dp 阴影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C1B"/>
                </a:solidFill>
              </a:rPr>
              <a:t>▸ ExtendedFAB 新建按钮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C1B"/>
                </a:solidFill>
              </a:rPr>
              <a:t>▸ TextInputLayout OutlinedBox 输入框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C1B"/>
                </a:solidFill>
              </a:rPr>
              <a:t>▸ TonalButton 状态切换按钮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5166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C1B"/>
                </a:solidFill>
              </a:rPr>
              <a:t>▸ AlertDialog 删除确认弹窗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06  功能模块演示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C1B"/>
                </a:solidFill>
              </a:rPr>
              <a:t>▸ 主界面：RecyclerView 待办列表 + 渐变顶栏 + ExtendedFAB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C1B"/>
                </a:solidFill>
              </a:rPr>
              <a:t>▸ 新增待办：标题 + 内容输入，非空校验，保存返回列表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C1B"/>
                </a:solidFill>
              </a:rPr>
              <a:t>▸ 编辑待办：复用新增 Activity，通过 todo_id 区分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C1B"/>
                </a:solidFill>
              </a:rPr>
              <a:t>▸ 详情页：全高卡片展示，状态徽章，底部操作栏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C1B"/>
                </a:solidFill>
              </a:rPr>
              <a:t>▸ 状态切换：已完成 ↔ 未完成，文字和颜色同步更新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C1B"/>
                </a:solidFill>
              </a:rPr>
              <a:t>▸ 删除操作：AlertDialog 二次确认，防止误删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07  遇到的问题及解决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3035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6B5E"/>
                </a:solidFill>
              </a:rPr>
              <a:t>Material 3 主题集成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C1B"/>
                </a:solidFill>
              </a:rPr>
              <a:t>问题：NoActionBar 主题导致默认顶部栏缺失
解决：自定义 GradientDrawable 渐变头部，
各页面统一 56~140dp 渐变区域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645920"/>
            <a:ext cx="5029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6B5E"/>
                </a:solidFill>
              </a:rPr>
              <a:t>列表数据刷新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3774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C1B"/>
                </a:solidFill>
              </a:rPr>
              <a:t>问题：Activity 返回后列表未自动刷新
解决：Adapter 实现 swapCursor 方法，
onResume 中调用 loadTodos 刷新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06240"/>
            <a:ext cx="106984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6B5E"/>
                </a:solidFill>
              </a:rPr>
              <a:t>卡片样式统一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93776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C1B"/>
                </a:solidFill>
              </a:rPr>
              <a:t>问题：RecyclerView 列表项样式不统一
解决：统一使用 MaterialCardView，
app:cardCornerRadius="14dp"、app:cardElevation="2dp" 统一圆角和阴影，
列表项左侧圆形状态指示器区分完成/未完成状态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B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08  总结与展望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✔  完成全部核心功能：创建 / 查看 / 编辑 / 删除 / 状态切换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✔  Material Design 3 主题，深松绿主色调，视觉现代统一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✔  MVC 架构，代码结构清晰，可维护性强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✔  SQLite 本地存储，无需网络，数据安全可靠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2DFDB"/>
                </a:solidFill>
              </a:rPr>
              <a:t>未来规划：提醒通知 | 搜索过滤 | 数据备份 | 多端同步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B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谢谢观看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657600"/>
            <a:ext cx="22860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B2DFDB"/>
                </a:solidFill>
              </a:rPr>
              <a:t>连佳炜 · 202325040118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0CBC4"/>
                </a:solidFill>
              </a:rPr>
              <a:t>华南农业大学珠江学院 · 信息工程学院 · 计算机科学与技术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